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External PowerPoint Invoice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032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